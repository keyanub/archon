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03120"/>
          </a:xfrm>
          <a:prstGeom prst="rect">
            <a:avLst/>
          </a:prstGeom>
          <a:solidFill>
            <a:srgbClr val="0B21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PROPOSAL  ·  SECURITY-BY-DESIGN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Automatic Security Harness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AI Coding Agents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the right security principle to every intervention point of the agent coding lifecycle — enforced, not hoped for.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Policy-Guided Agent Control System (PGACS)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coding changed who writes software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82296" cy="2148840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0848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far more code per hour than they can personally review.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737360"/>
            <a:ext cx="82296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20848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&amp; career-changers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production-shaped code before learning threat modeling or validation.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737360"/>
            <a:ext cx="82296" cy="2148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2057400"/>
            <a:ext cx="640080" cy="6400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20848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Non-specialists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820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analysts, researchers now deploy real backends with no security background.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10881360" cy="1463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1560" y="42519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through-line: 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knowledge that used to live in the author’s head is increasingly not there. The agent is the de facto author; the human is a reviewer who often cannot evaluate what they approve.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Agent-generated code is measurably insecure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2834640"/>
          </a:xfrm>
          <a:prstGeom prst="rect">
            <a:avLst/>
          </a:prstGeom>
          <a:solidFill>
            <a:srgbClr val="0B21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383280" cy="822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Copilot completions across 89 CWE-relevant scenarios contained a vulnerability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Pearce et al., IEEE S&amp;P 2022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383280" cy="2834640"/>
          </a:xfrm>
          <a:prstGeom prst="rect">
            <a:avLst/>
          </a:prstGeom>
          <a:solidFill>
            <a:srgbClr val="0B21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783080"/>
            <a:ext cx="338328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secure</a:t>
            </a:r>
            <a:endParaRPr lang="en-US" sz="2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overconfident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an AI assistant wrote less secure code — yet believed it was more secure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 et al., ACM CCS 2023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383280" cy="2834640"/>
          </a:xfrm>
          <a:prstGeom prst="rect">
            <a:avLst/>
          </a:prstGeom>
          <a:solidFill>
            <a:srgbClr val="0B21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783080"/>
            <a:ext cx="3383280" cy="82296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03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~62%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even the best model’s backends are incorrect or insecure — and ~half of correct solutions stay exploitable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BaxBench, ICML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 and load-bearing. </a:t>
            </a:r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naive fixes — a secure prompt, a post-hoc scanner, a fine-tuned model — do not close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STRUCTURAL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today is advisory and post-hoc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82296" cy="9601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548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7099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secure-coding prompt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09928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text is forgotten over long runs, contradicted by repo content, and rationalized away under failure pressure.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43200"/>
            <a:ext cx="82296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743200"/>
            <a:ext cx="548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28529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scanner afterwards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852928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known patterns, misses logic / authz / exposure bugs — and arrives after the agent already reported success.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86200"/>
            <a:ext cx="82296" cy="9601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886200"/>
            <a:ext cx="548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99592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 a safer model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995928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per-model, opaque, still probabilistic. No auditable guarantee of any specific control.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solidFill>
            <a:srgbClr val="17B0A0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security that is </a:t>
            </a:r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and in-the-loop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security by design for the agent itself.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 the right principle to each intervention point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solidFill>
            <a:srgbClr val="0B2138"/>
          </a:solidFill>
          <a:ln w="19050">
            <a:solidFill>
              <a:srgbClr val="17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916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principles into policies, bind each policy to the intervention points where it can change behavior — then let an external harness enforce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383280" cy="2468880"/>
          </a:xfrm>
          <a:prstGeom prst="rect">
            <a:avLst/>
          </a:prstGeom>
          <a:solidFill>
            <a:srgbClr val="0B21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91840"/>
            <a:ext cx="548640" cy="54864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owns the state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live outside the LLM. The model can reason and write, but cannot forget, relax, or be argued out of a policy by hostile content.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3383280" cy="2468880"/>
          </a:xfrm>
          <a:prstGeom prst="rect">
            <a:avLst/>
          </a:prstGeom>
          <a:solidFill>
            <a:srgbClr val="0B21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291840"/>
            <a:ext cx="548640" cy="54864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across the lifecycle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45262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principle appears as an inspection question early, an implementation rule mid-run, and a repair guardrail under failure.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3017520"/>
            <a:ext cx="3383280" cy="2468880"/>
          </a:xfrm>
          <a:prstGeom prst="rect">
            <a:avLst/>
          </a:prstGeom>
          <a:solidFill>
            <a:srgbClr val="0B21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3291840"/>
            <a:ext cx="548640" cy="54864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require evidence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5262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“Input is validated” is true only if the harness observed the code and a passing adversarial test — never because the model said so.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INTERVENE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lifecycle moment is an intervention point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moment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4813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unguided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intervention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10881360" cy="603504"/>
          </a:xfrm>
          <a:prstGeom prst="rect">
            <a:avLst/>
          </a:prstGeom>
          <a:solidFill>
            <a:srgbClr val="EAF0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38528"/>
            <a:ext cx="64008" cy="60350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38528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193852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that a task is high-risk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1938528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risk; surface assets &amp; missing trust inputs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542032"/>
            <a:ext cx="10881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542032"/>
            <a:ext cx="64008" cy="60350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54203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49040" y="2542032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code, not untrusted inputs / sinks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542032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what to look for; record what was inspected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145536"/>
            <a:ext cx="10881360" cy="603504"/>
          </a:xfrm>
          <a:prstGeom prst="rect">
            <a:avLst/>
          </a:prstGeom>
          <a:solidFill>
            <a:srgbClr val="EAF0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45536"/>
            <a:ext cx="64008" cy="60350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145536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49040" y="3145536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features without controls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145536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active policies into design constraints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10881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749040"/>
            <a:ext cx="64008" cy="60350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7490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49040" y="3749040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a sink without validation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374904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implementation rules; monitor diffs live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352544"/>
            <a:ext cx="10881360" cy="603504"/>
          </a:xfrm>
          <a:prstGeom prst="rect">
            <a:avLst/>
          </a:prstGeom>
          <a:solidFill>
            <a:srgbClr val="EAF0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352544"/>
            <a:ext cx="64008" cy="60350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352544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runtime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749040" y="4352544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tests adversarially or probes live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352544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policy-specific tests + runtime probes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956048"/>
            <a:ext cx="10881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956048"/>
            <a:ext cx="64008" cy="60350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956048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&amp; repair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749040" y="495604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Weakens security to make tests pass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0" y="4956048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conditioning: harden, never relax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559552"/>
            <a:ext cx="10881360" cy="603504"/>
          </a:xfrm>
          <a:prstGeom prst="rect">
            <a:avLst/>
          </a:prstGeom>
          <a:solidFill>
            <a:srgbClr val="EAF0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5559552"/>
            <a:ext cx="64008" cy="60350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55955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749040" y="5559552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Overclaims success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5559552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claim gate: only evidence-backed claims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— THE ONE BIG 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the policy (data) from the enforcement channels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 Policy  object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3474720" cy="530352"/>
          </a:xfrm>
          <a:prstGeom prst="rect">
            <a:avLst/>
          </a:prstGeom>
          <a:solidFill>
            <a:srgbClr val="F4F7FB"/>
          </a:solidFill>
          <a:ln w="15240">
            <a:solidFill>
              <a:srgbClr val="17B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774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fragment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7744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Layer 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035808"/>
            <a:ext cx="3474720" cy="530352"/>
          </a:xfrm>
          <a:prstGeom prst="rect">
            <a:avLst/>
          </a:prstGeom>
          <a:solidFill>
            <a:srgbClr val="F4F7F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358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0358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Layer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694176"/>
            <a:ext cx="3474720" cy="530352"/>
          </a:xfrm>
          <a:prstGeom prst="rect">
            <a:avLst/>
          </a:prstGeom>
          <a:solidFill>
            <a:srgbClr val="F4F7FB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9417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invariants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69417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Layer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...driven by an event / intervention bus that any agent joins via a capability-declaring adapter: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2377440"/>
            <a:ext cx="6400800" cy="676656"/>
          </a:xfrm>
          <a:prstGeom prst="rect">
            <a:avLst/>
          </a:prstGeom>
          <a:solidFill>
            <a:srgbClr val="0F2A47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2441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PolicyController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7432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state · reads events · emits interventions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054096"/>
            <a:ext cx="6400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events    interventions  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218688"/>
            <a:ext cx="6400800" cy="676656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32826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AgentAdapter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5844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inject · interceptTools · driveSteps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895344"/>
            <a:ext cx="6400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events    interventions  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4059936"/>
            <a:ext cx="6400800" cy="676656"/>
          </a:xfrm>
          <a:prstGeom prst="rect">
            <a:avLst/>
          </a:prstGeom>
          <a:solidFill>
            <a:srgbClr val="17B0A0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0" y="41239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coding agent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42569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Codex · Cursor · Aider · raw SDK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892040"/>
            <a:ext cx="10881360" cy="86868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8920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mutation updates prompt + monitors + guardrails together (buildable), and the bus makes the system agent- and LLM-agnostic — enforcement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gracefully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“tail a log” to “real-time block.”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— ENFORCEMENT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layers: proactive · detective · corrective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3383280" cy="777240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847088"/>
            <a:ext cx="457200" cy="457200"/>
          </a:xfrm>
          <a:prstGeom prst="ellipse">
            <a:avLst/>
          </a:prstGeom>
          <a:solidFill>
            <a:srgbClr val="0B2138"/>
          </a:solidFill>
          <a:ln w="12700">
            <a:solidFill>
              <a:srgbClr val="0B21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layer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phase-appropriate principle slices into whatever channel the agent supports. The floor of the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69164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691640"/>
            <a:ext cx="338328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847088"/>
            <a:ext cx="457200" cy="457200"/>
          </a:xfrm>
          <a:prstGeom prst="ellipse">
            <a:avLst/>
          </a:prstGeom>
          <a:solidFill>
            <a:srgbClr val="0B2138"/>
          </a:solidFill>
          <a:ln w="12700">
            <a:solidFill>
              <a:srgbClr val="0B21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+ probe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32004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behavior: cheap passive monitors on every diff &amp; command, expensive active probes on demand. The source of evidence.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69164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691640"/>
            <a:ext cx="3383280" cy="7772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1847088"/>
            <a:ext cx="457200" cy="457200"/>
          </a:xfrm>
          <a:prstGeom prst="ellipse">
            <a:avLst/>
          </a:prstGeom>
          <a:solidFill>
            <a:srgbClr val="0B2138"/>
          </a:solidFill>
          <a:ln w="12700">
            <a:solidFill>
              <a:srgbClr val="0B21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684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conditioning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12480" y="32004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unsafe move, condition the next iteration before the agent acts, and enforce invariants so repairs never weaken a control.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 is the novel, high-value piece:  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moments are adaptations under failure pressure, and no existing tool intervenes there.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MECHANISM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selection · “LLM proposes, rules dispose, learning ranks”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policy selection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377440"/>
            <a:ext cx="457200" cy="45720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compact set (3–8) from the task surface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127248"/>
            <a:ext cx="457200" cy="45720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1272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Re-select as the trajectory reveals new risks (new dep, shell sink, bound port)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877056"/>
            <a:ext cx="457200" cy="45720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87705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delta updates all three layers at once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4626864"/>
            <a:ext cx="457200" cy="457200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62686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monotonic — only a human can relax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decides what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92240" y="2331720"/>
            <a:ext cx="4754880" cy="530352"/>
          </a:xfrm>
          <a:prstGeom prst="rect">
            <a:avLst/>
          </a:prstGeom>
          <a:solidFill>
            <a:srgbClr val="EEF3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2331720"/>
            <a:ext cx="54864" cy="530352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3317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/ proposal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0" y="23317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(advisor, no authority)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2953512"/>
            <a:ext cx="4754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2953512"/>
            <a:ext cx="54864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95351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triggers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0" y="295351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3575304"/>
            <a:ext cx="4754880" cy="530352"/>
          </a:xfrm>
          <a:prstGeom prst="rect">
            <a:avLst/>
          </a:prstGeom>
          <a:solidFill>
            <a:srgbClr val="EEF3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3575304"/>
            <a:ext cx="54864" cy="5303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35753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decisions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0" y="35753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never an LLM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197096"/>
            <a:ext cx="4754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197096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19709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checks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0" y="419709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LLM → evidence only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4818888"/>
            <a:ext cx="4754880" cy="530352"/>
          </a:xfrm>
          <a:prstGeom prst="rect">
            <a:avLst/>
          </a:prstGeom>
          <a:solidFill>
            <a:srgbClr val="EEF3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4818888"/>
            <a:ext cx="54864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481888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tuning (later)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61120" y="481888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Decision-tree / GBDT ranker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5440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RL as the core: sparse/noisy rewards, unsafe exploration, and a black box is not a defensible claim. Transparency is a feature.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FAST, STAY PORTABLE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on Archon — but not locked 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Enforcement degrades gracefully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2395728"/>
            <a:ext cx="4846320" cy="566928"/>
          </a:xfrm>
          <a:prstGeom prst="rect">
            <a:avLst/>
          </a:prstGeom>
          <a:solidFill>
            <a:srgbClr val="1E5A8A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23957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/ diff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395728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verify — works for anything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145536"/>
            <a:ext cx="4846320" cy="566928"/>
          </a:xfrm>
          <a:prstGeom prst="rect">
            <a:avLst/>
          </a:prstGeom>
          <a:solidFill>
            <a:srgbClr val="1C7FA8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31455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145536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guidance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3895344"/>
            <a:ext cx="4846320" cy="566928"/>
          </a:xfrm>
          <a:prstGeom prst="rect">
            <a:avLst/>
          </a:prstGeom>
          <a:solidFill>
            <a:srgbClr val="17B0A0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389534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/ broker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895344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allow / deny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4645152"/>
            <a:ext cx="4846320" cy="566928"/>
          </a:xfrm>
          <a:prstGeom prst="rect">
            <a:avLst/>
          </a:prstGeom>
          <a:solidFill>
            <a:srgbClr val="0E8F7E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464515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(Archon)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645152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phase gating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5468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 ↓  stronger enforcement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169164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by writing packs, not editing the core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377440"/>
            <a:ext cx="21031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37744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file-parser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44000" y="2377440"/>
            <a:ext cx="21031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237744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66560" y="3035808"/>
            <a:ext cx="21031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03580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144000" y="3035808"/>
            <a:ext cx="21031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303580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env-setup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66560" y="3694176"/>
            <a:ext cx="2103120" cy="530352"/>
          </a:xfrm>
          <a:prstGeom prst="rect">
            <a:avLst/>
          </a:prstGeom>
          <a:solidFill>
            <a:srgbClr val="FD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6941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data-pipeline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44000" y="3694176"/>
            <a:ext cx="2103120" cy="530352"/>
          </a:xfrm>
          <a:prstGeom prst="rect">
            <a:avLst/>
          </a:prstGeom>
          <a:solidFill>
            <a:srgbClr val="FD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36941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ml-training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66560" y="4352544"/>
            <a:ext cx="2103120" cy="530352"/>
          </a:xfrm>
          <a:prstGeom prst="rect">
            <a:avLst/>
          </a:prstGeom>
          <a:solidFill>
            <a:srgbClr val="FD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35254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agent-tooling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766560" y="5440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beyond code generation — proves the plug-in claim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61520" cy="54864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minimal core first, then widen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CORE  ·  a few weeks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993392" cy="1234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80744" y="2029968"/>
            <a:ext cx="512064" cy="512064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0744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+ ledger + controller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62072" y="1920240"/>
            <a:ext cx="1993392" cy="1234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2736" y="2029968"/>
            <a:ext cx="512064" cy="512064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99232" y="26060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Archon adapter (inject + intercept)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4" y="1920240"/>
            <a:ext cx="1993392" cy="1234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24728" y="2029968"/>
            <a:ext cx="512064" cy="512064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21224" y="26060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pack, ~6 policies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6056" y="1920240"/>
            <a:ext cx="1993392" cy="1234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2029968"/>
            <a:ext cx="512064" cy="512064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43216" y="26060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controller + hardening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28048" y="1920240"/>
            <a:ext cx="1993392" cy="1234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68712" y="2029968"/>
            <a:ext cx="512064" cy="512064"/>
          </a:xfrm>
          <a:prstGeom prst="ellipse">
            <a:avLst/>
          </a:prstGeom>
          <a:solidFill>
            <a:srgbClr val="17B0A0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68712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65208" y="26060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probe + one critic check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MILESTONES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10881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794760"/>
            <a:ext cx="82296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79476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7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28800" y="3794760"/>
            <a:ext cx="9418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fills an evidence ledger and blocks a real unsafe shortcut on 5–10 known-risky tasks.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526280"/>
            <a:ext cx="10881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4526280"/>
            <a:ext cx="82296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52628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7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828800" y="4526280"/>
            <a:ext cx="9418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policies run on a second agent via a different adapter — no policy changes (agent-agnosticism).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5257800"/>
            <a:ext cx="10881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E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5257800"/>
            <a:ext cx="82296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25780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7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828800" y="5257800"/>
            <a:ext cx="9418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task family works by writing a pack only (extensibility).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02920" cy="82296"/>
          </a:xfrm>
          <a:prstGeom prst="rect">
            <a:avLst/>
          </a:prstGeom>
          <a:solidFill>
            <a:srgbClr val="17B0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9961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 the minimal core (M1)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reuses Archon, and produces a concrete artifact — an evidence ledger plus a caught unsafe shortcut — that we can show, measure, and build the larger evaluation around.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41448" y="4114800"/>
            <a:ext cx="288036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4114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 &amp; LLM-agnostic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50408" y="4114800"/>
            <a:ext cx="1453896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0408" y="411480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32904" y="4114800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2904" y="41148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34272" y="4114800"/>
            <a:ext cx="1453896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17B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2" y="411480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security-by-design control system for coding agents — aimed at a problem the whole industry now has, and no one has solved well.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Harness for AI Coding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Automatic Security Harness for AI Coding Agents</dc:title>
  <dc:subject>PptxGenJS Presentation</dc:subject>
  <dc:creator>Archon Research</dc:creator>
  <cp:lastModifiedBy>Archon Research</cp:lastModifiedBy>
  <cp:revision>1</cp:revision>
  <dcterms:created xsi:type="dcterms:W3CDTF">2026-07-10T01:38:05Z</dcterms:created>
  <dcterms:modified xsi:type="dcterms:W3CDTF">2026-07-10T01:38:05Z</dcterms:modified>
</cp:coreProperties>
</file>